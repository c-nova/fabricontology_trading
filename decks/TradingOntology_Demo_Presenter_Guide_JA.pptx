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8" r:id="rId60"/>
    <p:sldId id="258" r:id="rId10"/>
    <p:sldId id="259" r:id="rId11"/>
    <p:sldId id="260" r:id="rId12"/>
    <p:sldId id="261" r:id="rId13"/>
    <p:sldId id="290" r:id="rId42"/>
    <p:sldId id="309" r:id="rId61"/>
    <p:sldId id="262" r:id="rId14"/>
    <p:sldId id="263" r:id="rId15"/>
    <p:sldId id="264" r:id="rId16"/>
    <p:sldId id="265" r:id="rId17"/>
    <p:sldId id="310" r:id="rId62"/>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11" r:id="rId63"/>
    <p:sldId id="286" r:id="rId38"/>
    <p:sldId id="287" r:id="rId39"/>
    <p:sldId id="288" r:id="rId40"/>
    <p:sldId id="289" r:id="rId41"/>
    <p:sldId id="306" r:id="rId58"/>
    <p:sldId id="307" r:id="rId59"/>
    <p:sldId id="312" r:id="rId64"/>
    <p:sldId id="291" r:id="rId43"/>
    <p:sldId id="292" r:id="rId44"/>
    <p:sldId id="293" r:id="rId45"/>
    <p:sldId id="305" r:id="rId57"/>
    <p:sldId id="313" r:id="rId65"/>
    <p:sldId id="294" r:id="rId46"/>
    <p:sldId id="266" r:id="rId18"/>
    <p:sldId id="267" r:id="rId19"/>
    <p:sldId id="295" r:id="rId47"/>
    <p:sldId id="296" r:id="rId48"/>
    <p:sldId id="297" r:id="rId49"/>
    <p:sldId id="298" r:id="rId50"/>
    <p:sldId id="278" r:id="rId30"/>
    <p:sldId id="314" r:id="rId66"/>
    <p:sldId id="299" r:id="rId51"/>
    <p:sldId id="300" r:id="rId52"/>
    <p:sldId id="301" r:id="rId53"/>
    <p:sldId id="302" r:id="rId54"/>
    <p:sldId id="303" r:id="rId55"/>
    <p:sldId id="304" r:id="rId5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35〜36）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https://app.fabric.microsoft.com/groups/__WORKSPACE_ID__/synapsenotebooks/__NOTEBOOK_ID_STEP3__</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https://app.fabric.microsoft.com/groups/__WORKSPACE_ID__/synapsenotebooks/__NOTEBOOK_ID_STEP3__</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https://app.fabric.microsoft.com/groups/__WORKSPACE_ID__/aiskills/__DATA_AGENT_ID__?experience=fabric-developer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35〜36にあります。</a:t>
            </a:r>
          </a:p>
          <a:p>
            <a:r>
              <a:t>【Q：もっとカジュアルに聞ける？】A：「短い質問でも答えられるよう、言い回しの読み替えをDAの指示文に書きました。ただし、LLMなので毎回同じ答えにはなりません。」詳細は、p.37〜38にあります。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DAが返したもの：横断2件を含む全10イベントの、イベントごとの金額（横断混乱 -680,035,231.24円、横断回復 +584,435,114.92円）。さらに、2026-10-27の実測で、業種別、会社別、年間EBITDA比、最大のイベントも、公開済みDAが返しました。</a:t>
            </a:r>
          </a:p>
          <a:p>
            <a:r>
              <a:t>Graphで確認したもの：全1,344効果が、根拠から全社KPIまでの経路でたどれること。横断混乱は336件すべてです。2026-10-23のGraph更新後に確認しました。</a:t>
            </a:r>
          </a:p>
          <a:p>
            <a:r>
              <a:t>保存データから集計したもの：食品損失の年間EBITDA比（−0.26%）。DAには、年間EBITDA比を、最大のイベント（横断混乱）についてだけ聞きました。</a:t>
            </a:r>
          </a:p>
          <a:p>
            <a:r>
              <a:t>【2026-10-27の実測（修正前の8回）】公開済みDAで、チャットを空にして、1問ずつ聞きました（記録：reports/da_group_wide_2026-10-27.json）。①追加B（横断2件の業種別比較、46秒）、②横断混乱の会社別（年間EBITDA比つき、46秒）、③「全社に同時に響いたマイナスの出来事は？会社ごとにどれくらい影響した？」（49秒）、④「このデータで、グループのEBITDAにいちばん大きく響いた出来事は？年間のEBITDAの何%くらい？」（26秒）です。表の金額は、すべて保存データの集計と、小数第2位まで一致しました。③は、聞き方が短くても、横断混乱を選び、8社を返しました。④は、横断混乱の−6.80億円、年間447.57億円の−1.52%と答えました。</a:t>
            </a:r>
          </a:p>
          <a:p>
            <a:r>
              <a:t>【DAの文章の注意】表の数字は一致しましたが、表のまわりの文章には誤りが出ることがあります。追加Bの答えは、持分管理の金融と食品の大小を説明しましたが、横断混乱の値（食品−1.01億円、金融−1.00億円）と合いませんでした。会社別の答えは、DAが自分で置いた基準（1億円超、または年間EBITDA比−1.55%超）で、優先度が「高」の会社を挙げましたが、基準に当てはまる3社が漏れていました。この基準は、デモの定義ではありません。実演では、表の数字を指して説明し、補足の文章は読み上げません。</a:t>
            </a:r>
          </a:p>
          <a:p>
            <a:r>
              <a:t>【DAの経路】この日の最初の8回では、DAがOntologyの経路探索を試した6回すべてで「経路なし」が返り、答えは、Lakehouseの表へのSQLで求めたものでした。原因は、Ontologyの42のリレーションシップがすべて無効に設定されていたことです。DAに渡る文脈で、どの関係も結合条件が空欄でした。同じ日に、リレーションシップを有効にし、接続情報を再適用し、Graphを更新したあと、同じ8問を聞き直しました。経路探索を試した6回すべてで経路が見つかり（最大で6つの結合をたどる道筋）、金額は変わりませんでした（記録：reports/da_traversal_fix_2026-10-27.json）。ただし、答えは今もLakehouseの表へのSQLで求めたものです。Ontologyは、どの表をどの列で結ぶかの道筋をDAに示す役目です。「DAがGraphをたどって答えた」とは言いません。関係をたどる場面は、Step03のNotebook（Graph）で見せます。</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reports/da_group_wide_2026-10-27.json</a:t>
            </a:r>
          </a:p>
          <a:p>
            <a:r>
              <a:t>reports/da_traversal_fix_2026-10-27.json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DAの実測：連鎖】2026-10-27に、「食品の損失が、ほかの子会社にも連鎖した影響はある？グループ内の取引を通じた影響も見たい。」と、チャットを空にして2回聞きました（100秒、62秒）。どちらも、食品以外の子会社への配賦はなく、内部取引経由の影響は定量できないと答えました。1回目は、内部取引経由の影響を「未検証」としました。2回目は、内部取引の表に活動と契約の対応がなく、食品損失の効果に結べないためと説明し、「影響なし」とは判定しませんでした。ただし、2回目は、食品以外の子会社について、対象0件、0.00億円と表に出しました。聞き手には、「データに配賦がない」という意味だと添えます。Ontologyのリレーションシップを有効にした後の聞き直し（2回、66秒、60秒）も、同じ結論でした。内部取引の表に、食品の会社の行がないためです（金融とエネルギーの組だけ）。「連鎖は起きない」とは言い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DAに「このデータで、グループのEBITDAにいちばん大きく響いた出来事は？年間のEBITDAの何%くらい？」と聞くと、横断混乱の−6.80億円、年間447.57億円の−1.52%と答えました（2026-10-27の実測）。</a:t>
            </a:r>
          </a:p>
          <a:p>
            <a:r>
              <a:t>【もしもの試算】2026-10-27に、「もし円が10円高くなったら、グループのEBITDAはいくら変わる？」と、チャットを空にして2回聞きました（21秒、33秒）。1回目は、ドル建てEBITDAに−10円を掛けた単純な感応度で、−14.80億円と答えました（保存データからの概算と同じ値です）。2回目は、「ショック後のレートや感応度の定義がデータにないため、算定できない」と答え、ドル建てEBITDAの実績（約148百万ドル、232.88億円）だけを示しました。Ontologyのリレーションシップを有効にした後に、同じ質問をさらに2回聞くと（29秒、24秒）、2回とも−14.80億円と答えました。同じ日の4回のうち3回が数字、1回が算定不可で、答えが分かれるので、実演では使いません。聞かれたら、「このデモのDAは、記録済みのデータを集計して答えます。もしもの計算は、前提を決めて別に行います」と答えます。目安は、米国の4社のEBITDAが年間で約148百万ドル（全額で約233億円、全社の52%）なので、円高が10円進むと、換算だけで約15億円（全社の3.3%）の押し下げです。ヘッジや価格への転嫁は考慮していません。数字を出すときは「概算」と断ります。</a:t>
            </a:r>
          </a:p>
          <a:p>
            <a:r>
              <a:t>【避ける】「全社波及もすべて扱える」「連鎖も追える」と言いません。DAが答えた円高の概算を、シミュレーションの結果として紹介することも、し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reports/da_group_wide_2026-10-27.json</a:t>
            </a:r>
          </a:p>
          <a:p>
            <a:r>
              <a:t>reports/da_traversal_fix_2026-10-27.json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DA：https://app.fabric.microsoft.com/groups/__WORKSPACE_ID__/aiskills/__DATA_AGENT_ID__?experience=fabric-developer</a:t>
            </a:r>
          </a:p>
          <a:p>
            <a:r>
              <a:t>Notebook：https://app.fabric.microsoft.com/groups/__WORKSPACE_ID__/synapsenotebooks/__NOTEBOOK_ID_STEP3__</a:t>
            </a:r>
          </a:p>
          <a:p>
            <a:r>
              <a:t>Ontology：https://app.fabric.microsoft.com/groups/__WORKSPACE_ID__/ontologies/__ONTOLOGY_ID__</a:t>
            </a:r>
          </a:p>
          <a:p>
            <a:r>
              <a:t>Workspace：https://app.fabric.microsoft.com/groups/__WORKSPACE_ID__/list?experience=fabric-developer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【この章】質疑でよく出る質問への短い答え、Ontologyの価値、全社波及の扱い、カジュアルな聞き方への対応です。</a:t>
            </a:r>
          </a:p>
          <a:p>
            <a:r>
              <a:t>【使う場面】質疑のとき</a:t>
            </a:r>
          </a:p>
          <a:p>
            <a:r>
              <a:t>【ページ】p.33〜38（6ページ）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【ページ】p.40〜43（4ページ）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【ページ】p.45〜52（8ページ）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【ページ】p.54〜59（6ページ）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__WORKSPACE_ID__/aiskills/__DATA_AGENT_ID__?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__WORKSPACE_ID__/aiskills/__DATA_AGENT_ID__?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__WORKSPACE_ID__/aiskills/__DATA_AGENT_ID__?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__WORKSPACE_ID__/synapsenotebooks/__NOTEBOOK_ID_STEP3__"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__WORKSPACE_ID__/aiskills/__DATA_AGENT_ID__?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__WORKSPACE_ID__/aiskills/__DATA_AGENT_ID__?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pp.fabric.microsoft.com/groups/__WORKSPACE_ID__/aiskills/__DATA_AGENT_ID__?experience=fabric-developer" TargetMode="External"/><Relationship Id="rId4" Type="http://schemas.openxmlformats.org/officeDocument/2006/relationships/hyperlink" Target="https://app.fabric.microsoft.com/groups/__WORKSPACE_ID__/synapsenotebooks/__NOTEBOOK_ID_STEP3__" TargetMode="External"/><Relationship Id="rId5" Type="http://schemas.openxmlformats.org/officeDocument/2006/relationships/hyperlink" Target="https://app.fabric.microsoft.com/groups/__WORKSPACE_ID__/ontologies/__ONTOLOGY_ID__" TargetMode="External"/><Relationship Id="rId6" Type="http://schemas.openxmlformats.org/officeDocument/2006/relationships/hyperlink" Target="https://app.fabric.microsoft.com/groups/__WORKSPACE_ID__/list?experience=fabric-develop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p.33〜38</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p.40〜43</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p.45〜52</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p.54〜59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同時に全社へ及ぶ形は扱える。連鎖は未対応（p.35〜36）</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短い質問も可。ただし結果は毎回変わりうる（p.37〜38）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公開済みDAで聞いた業種別と会社別の金額は、元データの集計と一致した（2026-10-27）。説明では表の数字を示す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各社の年間EBITDA比は約1.4〜1.6%です。DAの実測と一致しました。</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DAは、イベント別、業種別、会社別の金額を、保存データと同じ値で返しました（実測）。</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会社同士の関係がOntologyになく、内部取引の表も金融とエネルギーの2経路だけです。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DAは4回とも「他の子会社への配賦なし、内部取引経由は確認できない」と答えました。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表の0.00億円は、データに配賦がないことを示し、影響なしの確認にはなりません。</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要注意</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同じ日に4回聞くと、3回は「円高10円で全額EBITDAは約14.8億円減る」と単純計算で答え、</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1回は「感応度の定義がない」と答え、算定しませんでした。実演では使いません。</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検証済み構成：2026-10-27</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