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6" r:id="rId58"/>
    <p:sldId id="258" r:id="rId10"/>
    <p:sldId id="259" r:id="rId11"/>
    <p:sldId id="260" r:id="rId12"/>
    <p:sldId id="261" r:id="rId13"/>
    <p:sldId id="288" r:id="rId40"/>
    <p:sldId id="307" r:id="rId59"/>
    <p:sldId id="262" r:id="rId14"/>
    <p:sldId id="263" r:id="rId15"/>
    <p:sldId id="264" r:id="rId16"/>
    <p:sldId id="265" r:id="rId17"/>
    <p:sldId id="308" r:id="rId60"/>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09" r:id="rId61"/>
    <p:sldId id="286" r:id="rId38"/>
    <p:sldId id="287" r:id="rId39"/>
    <p:sldId id="304" r:id="rId56"/>
    <p:sldId id="305" r:id="rId57"/>
    <p:sldId id="310" r:id="rId62"/>
    <p:sldId id="289" r:id="rId41"/>
    <p:sldId id="290" r:id="rId42"/>
    <p:sldId id="291" r:id="rId43"/>
    <p:sldId id="303" r:id="rId55"/>
    <p:sldId id="311" r:id="rId63"/>
    <p:sldId id="292" r:id="rId44"/>
    <p:sldId id="266" r:id="rId18"/>
    <p:sldId id="267" r:id="rId19"/>
    <p:sldId id="293" r:id="rId45"/>
    <p:sldId id="294" r:id="rId46"/>
    <p:sldId id="295" r:id="rId47"/>
    <p:sldId id="296" r:id="rId48"/>
    <p:sldId id="278" r:id="rId30"/>
    <p:sldId id="312" r:id="rId64"/>
    <p:sldId id="297" r:id="rId49"/>
    <p:sldId id="298" r:id="rId50"/>
    <p:sldId id="299" r:id="rId51"/>
    <p:sldId id="300" r:id="rId52"/>
    <p:sldId id="301" r:id="rId53"/>
    <p:sldId id="302" r:id="rId5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もっとカジュアルに聞ける？】A：「短い質問でも答えられるよう、言い回しの読み替えをDAの指示文に書きました。ただし、LLMなので毎回同じ答えにはなりません。」詳細は、このあとの2ページ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【Basic planについて】前の版には「Basic-plan」という語がありました。元の要件メモにあった語で、FabricのDAの設定にも、Learnにも、その名前のものは見つかっていません。種類があるのは、上のランタイム（標準とプレビュー）で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【この章】質疑でよく出る質問への短い答え、Ontologyの価値、カジュアルな聞き方への対応です。</a:t>
            </a:r>
          </a:p>
          <a:p>
            <a:r>
              <a:t>【使う場面】質疑のとき</a:t>
            </a:r>
          </a:p>
          <a:p>
            <a:r>
              <a:t>【ページ】p.33〜36（4ページ）</a:t>
            </a:r>
          </a:p>
          <a:p>
            <a:r>
              <a:t>【進め方】質疑でよく出る質問に、短く答えるための章です。SQLとの違いは、Ontologyの価値を問われたときに、1ページを使って説明し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【ページ】p.38〜41（4ページ）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【ページ】p.43〜50（8ページ）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【ページ】p.52〜57（6ページ）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短い回答、SQLとの違い、カジュアルな質問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p.33〜36</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p.38〜41</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p.43〜50</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p.52〜57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1401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2316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5234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80720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81635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14553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200400"/>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20954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53872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593592"/>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60273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931920"/>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986783"/>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995928"/>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32511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37997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38912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71830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77316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78231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511149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5166359"/>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517550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50468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559551"/>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5" name="TextBox 34"/>
          <p:cNvSpPr txBox="1"/>
          <p:nvPr/>
        </p:nvSpPr>
        <p:spPr>
          <a:xfrm>
            <a:off x="4480560" y="556869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短い質問も可。ただし結果は毎回変わりうる（このあとの2ページ）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53</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p.39</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p.53</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